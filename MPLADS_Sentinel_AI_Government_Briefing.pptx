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520"/>
                </a:solidFill>
                <a:latin typeface="Aptos"/>
              </a:rPr>
              <a:t>MPLADS SENTINEL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Turning project data into
actionable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33A"/>
                </a:solidFill>
                <a:latin typeface="Aptos"/>
              </a:rPr>
              <a:t>An executive briefing for ministry, state, district, and monitoring authorities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1546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3154680"/>
            <a:ext cx="73152" cy="2057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130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Project information is distributed across financial, progress, payment, and compliance records. Manual review makes it difficult to prioritize the cases that need attention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546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3154680"/>
            <a:ext cx="73152" cy="205740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3383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The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8130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A unified monitoring platform combines analytics and machine learning to surface unusual patterns, delays, cost pressure, and potential duplicate 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31546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3154680"/>
            <a:ext cx="73152" cy="205740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3383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The safeguard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8130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Transparent scores support human review. They are not findings of fraud, and every high-risk case remains subject to authorized official investigation.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97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C78"/>
                </a:solidFill>
                <a:latin typeface="Aptos"/>
              </a:rPr>
              <a:t>Fictional demonstration platform for evaluation and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OPERATIONAL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33A"/>
                </a:solidFill>
                <a:latin typeface="Aptos"/>
              </a:rPr>
              <a:t>One dashboard for faster, more consistent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78"/>
                </a:solidFill>
                <a:latin typeface="Aptos"/>
              </a:rPr>
              <a:t>The platform turns multiple project signals into a shared monitoring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8577"/>
                </a:solidFill>
                <a:latin typeface="Aptos"/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demo projects monitored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AA520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high-risk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54F39"/>
                </a:solidFill>
                <a:latin typeface="Aptos"/>
              </a:rPr>
              <a:t>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delayed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A233A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anomalous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160520"/>
            <a:ext cx="10744200" cy="18288"/>
          </a:xfrm>
          <a:prstGeom prst="rect">
            <a:avLst/>
          </a:prstGeom>
          <a:solidFill>
            <a:srgbClr val="E0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4480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4480560"/>
            <a:ext cx="73152" cy="132588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38928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Isolation Forest and statistical checks identify unusual financial and project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480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4480560"/>
            <a:ext cx="73152" cy="132588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47091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5138928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Risk scores combine visible factors such as delay, cost overrun, progress, and payment behavior.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4480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4480560"/>
            <a:ext cx="73152" cy="132588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3" y="47091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5138928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Reports, filters, and investigation queues help officials focus effort and record follow-up.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080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D6C78"/>
                </a:solidFill>
                <a:latin typeface="Aptos"/>
              </a:rPr>
              <a:t>Illustrative metrics from the included fictional demo dataset; they are not government statistics.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33A"/>
                </a:solidFill>
                <a:latin typeface="Aptos"/>
              </a:rPr>
              <a:t>A controlled path from pilot to institutional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78"/>
                </a:solidFill>
                <a:latin typeface="Aptos"/>
              </a:rPr>
              <a:t>Start with a governed pilot, validate the signals, and expand only after officials trust the workflow.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2331720"/>
            <a:ext cx="566928" cy="566928"/>
          </a:xfrm>
          <a:prstGeom prst="ellipse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Connect approved project, expenditure, payment, and progress data sources.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7" y="2596896"/>
            <a:ext cx="1920240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7" y="2331720"/>
            <a:ext cx="566928" cy="56692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7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7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Run the analytics with a defined group of authorities and review false positives.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7" y="2596896"/>
            <a:ext cx="1920240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7648" y="2331720"/>
            <a:ext cx="566928" cy="566928"/>
          </a:xfrm>
          <a:prstGeom prst="ellipse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Set access controls, audit trails, review thresholds, and responsible-AI procedures.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3448" y="2596896"/>
            <a:ext cx="1920240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16567" y="2331720"/>
            <a:ext cx="566928" cy="56692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7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Expand coverage after validation, training, and operational ownership are established.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074920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5074920"/>
            <a:ext cx="73152" cy="82296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30352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Decision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3328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Use the platform to prioritize review and improve transparency; never treat an automated score as proof of wrongdoing.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